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Pakistani retail banking on Instagram - what the category is publishing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>
                <a:solidFill>
                  <a:srgbClr val="9FB4C7"/>
                </a:solidFill>
                <a:latin typeface="Segoe UI"/>
              </a:rPr>
              <a:t>A brand-by-brand communications scan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104241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4C7"/>
                </a:solidFill>
                <a:latin typeface="Segoe UI"/>
              </a:rPr>
              <a:t>84 posts  ·  7 brands  ·  collected 2026-08-27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4C7"/>
                </a:solidFill>
                <a:latin typeface="Segoe UI"/>
              </a:rPr>
              <a:t>Retail bank pitch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Segoe UI"/>
              </a:rPr>
              <a:t>What we looked 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3949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The most recent posts from each brand's public account.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Every artwork was downloaded and coded from the image, not from the caption.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Codes left `unclear` where the message could not be read. None were guessed.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Brands with no account are recorded as absences, not gaps.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9360" y="1280160"/>
            <a:ext cx="530352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0" y="1554480"/>
            <a:ext cx="53035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1300" b="1">
                <a:solidFill>
                  <a:srgbClr val="1A1A1A"/>
                </a:solidFill>
                <a:latin typeface="Segoe UI"/>
              </a:rPr>
              <a:t>A limit worth stating first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Every brand contributed the same number of posts - a collection artefact, not a fact about the category. Share of voice cannot be measured here, and no share-of-voice number appears in this deck.</a:t>
            </a:r>
          </a:p>
          <a:p>
            <a:pPr algn="l">
              <a:spcAft>
                <a:spcPts val="1000"/>
              </a:spcAft>
            </a:pPr>
            <a:r>
              <a:rPr sz="1300" b="0">
                <a:solidFill>
                  <a:srgbClr val="1A1A1A"/>
                </a:solidFill>
                <a:latin typeface="Segoe UI"/>
              </a:rPr>
              <a:t>Everything shown is organic owned content. No paid creative, no spend, no reach.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HBL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@hblpak   ·   DIRECT COMPETITOR   ·   137K followers   ·   12 ads coded</a:t>
            </a:r>
          </a:p>
        </p:txBody>
      </p:sp>
      <p:pic>
        <p:nvPicPr>
          <p:cNvPr id="5" name="Picture 4" descr="hblpa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The only bank still trying to mean something - in three unrelated directions.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Hajj: 'safar-e-Hajj mein aap ka khidmatguzar', badged EXCLUSIVE HAJJ BANKING PARTNER (Ministry of Religious Affairs). Urdu-first. Run three times in the window.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She's Next with Visa: 'Where women connect, ideas grow - She's Next Club is back.'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HBL CarLoan puts the actual number on the artwork: 'Mark-up rate 11.99% fixed for Tenure / Insurance 1.4% / Free Tracker'.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And then a brand film that is a macro shot of the logo on teal fabric, and a CEO talking head titled 'Successful Brands that Create Impact'.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Six of twelve posts are brand-building - the highest ratio of any bank here. But three platforms (faith, women, careers) run side by side with no connective idea, so the volume buys reach rather than a position.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7/12 no proof device   ·   0/12 address the core objection   ·   6/12 brand-building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UBL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@ubldigital   ·   DIRECT COMPETITOR   ·   196K followers   ·   12 ads coded</a:t>
            </a:r>
          </a:p>
        </p:txBody>
      </p:sp>
      <p:pic>
        <p:nvPicPr>
          <p:cNvPr id="5" name="Picture 4" descr="ubldigita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Has handed its brand to Raast.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Seven of twelve posts carry the Raast lockup: 'QUICK TRANSFERS, INSTANT PAYMENTS - Only with Raast, the Best Payment Network for Digital Transactions'.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'YOUR MOBILE NUMBER IS NOW YOUR ACCOUNT NUMBER WITH RAAST!'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Nine of twelve posts drive to an app - the highest ecosystem push in the scan (75%).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The one exception is the largest number in the whole category: 'Commitment of 40 billion Rupees' - PKR 10bn new university, 22bn Khushhali Bank equity, 8bn agriculture subsidy.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Zero brand-building posts in twelve. UBL is advertising a State Bank rail that every competitor also offers, with the state's logo bigger than its own. The 40bn nation-building post proves it can stand for something and then does not repeat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11/12 no proof device   ·   2/12 address the core objection   ·   0/12 brand-building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Meezan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@meezanbanklimited   ·   DIRECT COMPETITOR   ·   163K followers   ·   12 ads coded</a:t>
            </a:r>
          </a:p>
        </p:txBody>
      </p:sp>
      <p:pic>
        <p:nvPicPr>
          <p:cNvPr id="5" name="Picture 4" descr="meezanbanklimite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Publishing its own trophy cabinet.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'SIX-TIME BEST BANK 2018, 2020, 2023, 2024, 2025 &amp; 2026 - Two wins. One incredible achievement.' Run three separate times.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Ribbon-cutting: 'Inauguration Ceremony of Meezan Bank's First Round-the-Clock Meezan Service Center at Clifton Bridge, Karachi' - executives in frame.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The genuinely useful posts get one slot each: 10% p.a. on COII, and 'A LIFETIME OF EXPERIENCE DESERVES CARE' for the Senior Citizen Account.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Zero brand-building posts; four of twelve are corporate PR, three of those are the same award. The largest Islamic bank in the country published faith-based value exactly once in twelve posts. Its own strongest territory is standing empty.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7/12 no proof device   ·   2/12 address the core objection   ·   0/12 brand-building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Bank Alfalah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@bank_alfalah   ·   DIRECT COMPETITOR   ·   106K followers   ·   12 ads coded</a:t>
            </a:r>
          </a:p>
        </p:txBody>
      </p:sp>
      <p:pic>
        <p:nvPicPr>
          <p:cNvPr id="5" name="Picture 4" descr="bank_alfala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A credit-card offer sheet with a bank's logo on 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'Spend Today, Pay Over Time, Travel Without Compromise - 0% Markup, 3 Easy Instalments.'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Two separate posts are eight-column instalment price tables (TCL LEDs, American General appliances), 3-24 months, unreadable at feed size.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One post is a video whose entire frame is the logo lockup on white. No proposition, no product, no person.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Best line in the set is buried in a service post: 'Forgot to pay your Bill AGAIN?'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One brand-building post in twelve (8%), nine of twelve cast for GenY, and the territory is entirely price and instalments. Alfalah has trained its audience to wait for the next discount.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10/12 no proof device   ·   3/12 address the core objection   ·   1/12 brand-building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JS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@jsbankltd   ·   ADJACENT   ·   35.9K followers   ·   12 ads coded</a:t>
            </a:r>
          </a:p>
        </p:txBody>
      </p:sp>
      <p:pic>
        <p:nvPicPr>
          <p:cNvPr id="5" name="Picture 4" descr="jsbankltd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The smallest bank here is the only one running a campaign.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'Zindagi Karo Roshan' carries six of twelve posts - JS Solar Finance for clinics, schools and homes.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'PATIENTS KA BHAROSA BARQARAR - apnay clinic ko rakhein powered bina interruption ka JS Solar Finance kay saath.'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Roman Urdu eligibility criteria published openly: 'Kya aap active taxpayer hain? / credit history tasalli-bakhsh hai? / umar 65 saal sey kam hai?'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The night-lit clinic and the family in a lit room are the only commissioned documentary photography in 84 posts.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At 35.9K followers, a tenth of HBL's, JS Bank has the only recurring line, the only real-world problem, and the only work that would still mean something in six months. Its JS Her card is undercut by casting a male athlete on a women's product.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12/12 no proof device   ·   1/12 address the core objection   ·   4/12 brand-building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Easypaisa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@easypaisa   ·   SUBSTITUTE   ·   155K followers   ·   12 ads coded</a:t>
            </a:r>
          </a:p>
        </p:txBody>
      </p:sp>
      <p:pic>
        <p:nvPicPr>
          <p:cNvPr id="5" name="Picture 4" descr="easypais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Talks like a person; nine of twelve posts are cast for GenZ.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'when someone is yelling stop spending so much on coffee but my name is easypaisa debit card and now I can't stop.'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'gold star behaviour: auto-investing with term deposit instead of impulse-buying' - the only savings product in the category sold in meme language.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'All funds received in easypaisa are free-of-charge and will remain free-of-charge.'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'har ATM apna - zero ATM fee with easypaisa debit cards.'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Ten of twelve posts are phone-native or template; almost none are stock. It removes named costs (ATM fee, receiving fee) that no bank in the set will mention. The cost is drift: one post is a borrowed Haaland meme with no product in it at all.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12/12 no proof device   ·   5/12 address the core objection   ·   5/12 brand-building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Segoe UI"/>
              </a:rPr>
              <a:t>SadaPay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78638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9FB4C7"/>
                </a:solidFill>
                <a:latin typeface="Segoe UI"/>
              </a:rPr>
              <a:t>@sadapay   ·   SUBSTITUTE   ·   48.7K followers   ·   12 ads coded</a:t>
            </a:r>
          </a:p>
        </p:txBody>
      </p:sp>
      <p:pic>
        <p:nvPicPr>
          <p:cNvPr id="5" name="Picture 4" descr="sadapa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126480" cy="499308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949440" y="1371600"/>
            <a:ext cx="4754880" cy="45720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0" y="1600200"/>
            <a:ext cx="47548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02A43"/>
                </a:solidFill>
                <a:latin typeface="Segoe UI"/>
              </a:rPr>
              <a:t>The only brand in the category publishing its own numbers.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49440" y="2560320"/>
            <a:ext cx="47548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'Built on trust. Grown by you. Swipe to see how Pakistan's favorite digital wallet quietly grew stronger in 2025.'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'50.4% New Customers Onboarded' - a single performance figure as the entire creative.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Travel is its whole product story: 'Book international flights instantly. No hassle.' / 'Travelling? Secure your hotel room in seconds.'</a:t>
            </a:r>
          </a:p>
          <a:p>
            <a:pPr algn="l">
              <a:spcAft>
                <a:spcPts val="700"/>
              </a:spcAft>
            </a:pPr>
            <a:r>
              <a:rPr sz="1150" b="0">
                <a:solidFill>
                  <a:srgbClr val="1A1A1A"/>
                </a:solidFill>
                <a:latin typeface="Segoe UI"/>
              </a:rPr>
              <a:t>·  Cadence is roughly one post a week - the slowest in the scan, and the only unverified account of the seven.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0" y="4983480"/>
            <a:ext cx="4754880" cy="1325880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69440" y="5120640"/>
            <a:ext cx="45148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102A43"/>
                </a:solidFill>
                <a:latin typeface="Segoe UI"/>
              </a:rPr>
              <a:t>SadaPay is doing what every bank here says it stands for and never demonstrates: showing a number about itself. It is also the least frequent poster, so the territory is claimed, not held.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3550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6B7480"/>
                </a:solidFill>
                <a:latin typeface="Segoe UI"/>
              </a:rPr>
              <a:t>9/12 no proof device   ·   1/12 address the core objection   ·   4/12 brand-building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1371600"/>
            <a:ext cx="1463040" cy="54864"/>
          </a:xfrm>
          <a:prstGeom prst="rect">
            <a:avLst/>
          </a:prstGeom>
          <a:solidFill>
            <a:srgbClr val="C810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42416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Segoe UI"/>
              </a:rPr>
              <a:t>The vacant territory is proof - and the customer nobody is speaking to is over 44.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017520"/>
            <a:ext cx="1042416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0">
                <a:solidFill>
                  <a:srgbClr val="C7D4E0"/>
                </a:solidFill>
                <a:latin typeface="Segoe UI"/>
              </a:rPr>
              <a:t>81% of category posts (68 of 84) carry no proof device at all. Only 8 cite a performance number, and 3 of the 8 are a bank quoting an award it won.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7D4E0"/>
                </a:solidFill>
                <a:latin typeface="Segoe UI"/>
              </a:rPr>
              <a:t>60% of posts have no person in them. Where there is a person, 33 of 51 codeable posts are cast for under-43s; exactly one post in 84 is aimed at over-60s (Meezan Senior Citizen Account) and none at all address the mass-market saver in Urdu.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7D4E0"/>
                </a:solidFill>
                <a:latin typeface="Segoe UI"/>
              </a:rPr>
              <a:t>Fear is used three times in 84 posts, all of them scam alerts. Nobody in this category converts the fraud epidemic into a reason to bank with them.</a:t>
            </a:r>
          </a:p>
          <a:p>
            <a:pPr algn="l">
              <a:spcAft>
                <a:spcPts val="1200"/>
              </a:spcAft>
            </a:pPr>
            <a:r>
              <a:rPr sz="1500" b="0">
                <a:solidFill>
                  <a:srgbClr val="C7D4E0"/>
                </a:solidFill>
                <a:latin typeface="Segoe UI"/>
              </a:rPr>
              <a:t>Every bank is fighting on discount tiles at 10-30 posts a week; the two fintechs post 1-2 a week and own the tone. Volume is not the battleground - a publishable, repeatable number 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
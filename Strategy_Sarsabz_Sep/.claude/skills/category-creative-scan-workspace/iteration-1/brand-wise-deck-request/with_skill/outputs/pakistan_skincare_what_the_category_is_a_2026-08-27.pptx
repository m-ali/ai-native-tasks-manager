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Pakistan skincare - what the category is actually posting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9FB4C7"/>
                </a:solidFill>
                <a:latin typeface="Segoe UI"/>
              </a:rPr>
              <a:t>A brand-by-brand communications 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4C7"/>
                </a:solidFill>
                <a:latin typeface="Segoe UI"/>
              </a:rPr>
              <a:t>84 posts  ·  7 brands  ·  collected 2026-08-27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4C7"/>
                </a:solidFill>
                <a:latin typeface="Segoe UI"/>
              </a:rPr>
              <a:t>Category scan, August 2026 - no client named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What we looked 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94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The most recent posts from each brand's public account.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Every artwork was downloaded and coded from the image, not from the caption.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Codes left `unclear` where the message could not be read. None were guessed.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Brands with no account are recorded as absences, not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280160"/>
            <a:ext cx="530352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53035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A limit worth stating first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Every brand contributed the same number of posts - a collection artefact, not a fact about the category. Share of voice cannot be measured here, and no share-of-voice number appears in this deck.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Everything shown is organic owned content. No paid creative, no spend, no reach.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POND'S Pakistan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@pondspk   ·   DIRECT COMPETITOR   ·   112K followers   ·   12 ads coded</a:t>
            </a:r>
          </a:p>
        </p:txBody>
      </p:sp>
      <p:pic>
        <p:nvPicPr>
          <p:cNvPr id="5" name="Picture 4" descr="pondsp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Two campaigns and a party, running at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The one real idea: 'SOAK UP THE SUN, NOT THE TAN' - Sun Miracle tubes pegged on a washing line against sky.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Then Bright Beauty niacinamide, '4X', on a towel - the only measured number the brand publishes.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Then a giveaway: 'GIVEAWAY WINNER... Join our Broadcast channel for the reveal!' - the only post in 84 that pushes to an owned platform.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Two of twelve are the same in-store reel: 'The girls and their skin concerns!! ft. skincare specialist'.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Biggest verified account in the set at 112K, and the widest spread of intent: de-tan, brightening, community, ambassador. 4/12 brand-building is the highest of the multinationals - but no line recurs, so nothing compounds.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8/12 no proof device   ·   4/12 address the core objection   ·   4/12 brand-building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Glow &amp; Lovely Pakistan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@glowandlovely.pk   ·   DIRECT COMPETITOR   ·   13.1K followers   ·   12 ads coded</a:t>
            </a:r>
          </a:p>
        </p:txBody>
      </p:sp>
      <p:pic>
        <p:nvPicPr>
          <p:cNvPr id="5" name="Picture 4" descr="glowandlovely.p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Brightening, restated eleven different ways.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'MY LOVE LANGUAGE IS MAKING YOUR SKIN 98% BRIGHTER' - the only stat in the feed.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'Ever heard of a facewash that gives you glow for just Rs. 99?' - the category's only price-led post.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A mocked-up ChatGPT screenshot: 'Make this brighter' / 'can't go brighter than renew bright'.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'AB NAHI' with a BUY NOW button - the only Urdu-led headline in 84 posts.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Eleven of twelve posts lead on brightening or the facewash that delivers it. Seven are in-house template graphics. Renew Bright recurs five times, so there is a platform - it just has nothing to say beyond brighter.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11/12 no proof device   ·   3/12 address the core objection   ·   3/12 brand-building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Garnier Pakistan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@garnierpakistan   ·   DIRECT COMPETITOR   ·   131K followers   ·   12 ads coded</a:t>
            </a:r>
          </a:p>
        </p:txBody>
      </p:sp>
      <p:pic>
        <p:nvPicPr>
          <p:cNvPr id="5" name="Picture 4" descr="garnierpakist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Half the feed is somebody else's footage.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Six of twelve are creator reposts - @Merub Ali, @SARA ALI, @B O B B Y Official and three more.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The brand's own work is packshots: 'ZERO RESIDUE / HYDRATES &amp; SOOTHES SKIN / NO RINSE NEEDED'.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One genuinely art-directed idea: a line drawing of a figure dragging a serum bottle - 'C'MON, BRIGHTEN MY SKIN'.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'CHOOSE YOUR FIGHTER - Micellar All in 1 VS Micellar Oil in Water' is the only recurring device, used once.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131K followers, the largest account here, and nine of twelve posts are one SKU - Micellar Cleansing Oil-in-Water. Last post 24 days before collection. The creator reposts carry the only testimonials; the brand itself proves nothing.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6/12 no proof device   ·   5/12 address the core objection   ·   2/12 brand-building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Nivea Pakistan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@niveapakistan   ·   DIRECT COMPETITOR   ·   23.7K followers   ·   12 ads coded</a:t>
            </a:r>
          </a:p>
        </p:txBody>
      </p:sp>
      <p:pic>
        <p:nvPicPr>
          <p:cNvPr id="5" name="Picture 4" descr="niveapakist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The account stopped in August 2022.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The twelve most recent posts are dated 28 May to 1 August 2022. Nothing since - 1,487 days.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Four of them are deodorant, not skincare: Powder Touch, Fresh Natural.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The sharpest thing in the grid is four years old: a mock 'Suggestions for you' panel offering Shea Smooth, Cocoa Butter and Rich Nourishing, each with a Follow button.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'Bring out your natural radiance' - Natural Fairness body lotion, 2022.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23.7K followers, unverified, dormant. Read this as a finding about the category's face-care contest, not a hole in the sample: the world's largest skin-care brand is not competing on this platform in this market at 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11/12 no proof device   ·   1/12 address the core objection   ·   2/12 brand-building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Conatural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@conatural   ·   DIRECT COMPETITOR   ·   339K followers   ·   12 ads coded</a:t>
            </a:r>
          </a:p>
        </p:txBody>
      </p:sp>
      <p:pic>
        <p:nvPicPr>
          <p:cNvPr id="5" name="Picture 4" descr="conatu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The only brand arguing with the category instead of joining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'We put ACTIVS in. Not PROMISES.'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'NOT A MIRACLE. Just good ingredients doing their job.'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And an OFFICIAL STATEMENT post: 'We are aware that our recent posts have caused a lot of outrage. And honestly, we are glad they did. Because false, and fabricated claims have no space in our industry... No misleading labels. No ingredient lies.'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NO B.S. appears on all twelve posts - the only platform in the set with total coverage.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339K followers, verified, 12 posts in a week, 58% brand-building - the highest in the scan on every one of those measures. It has taken the honesty territory by naming the category's dishonesty. It still proves nothing: zero proof devices in twelve posts. The position is claimed, not evidenced.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12/12 no proof device   ·   5/12 address the core objection   ·   7/12 brand-building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Saeed Ghani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@saeedghani1888   ·   ADJACENT   ·   560K followers   ·   12 ads coded</a:t>
            </a:r>
          </a:p>
        </p:txBody>
      </p:sp>
      <p:pic>
        <p:nvPicPr>
          <p:cNvPr id="5" name="Picture 4" descr="saeedghani18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One SKU, twelve times, and the only male face in the category.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All twelve posts are the Detox &amp; Cleanse Activated Charcoal Face Wash. Not the range - the tube.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'IF YOUR SKIN FEELS OILY &amp; DIRTY THIS SUMMER!' over a man's face against sky.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The only published customer review in the scan, verbatim: 'I just used it from three days my skin has become just super cool so i m ordering this by my heart'.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'REFRESHED &amp; CLEAR SKIN with every wash' recurs on five of twelve.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560K followers, the largest account in the set, and a 138-year-old herbal house running one product like a performance ad. Male casting and oil control are both uncontested here. Only 1 of 12 is brand-building - the heritage that is the whole asset is never once used.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10/12 no proof device   ·   9/12 address the core objection   ·   1/12 brand-building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Dermaceutical Pakistan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@dermaceuticalpakistan   ·   ADJACENT   ·   12.9K followers   ·   12 ads coded</a:t>
            </a:r>
          </a:p>
        </p:txBody>
      </p:sp>
      <p:pic>
        <p:nvPicPr>
          <p:cNvPr id="5" name="Picture 4" descr="dermaceuticalpakist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Zero brand-building. The influencers are the brand.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Seven of twelve posts are creator reposts - @Doc.Rapunzel, @Paro, @Rija Rafique and four more.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'THE ONLY PAKISTANI SKINCARE BRAND I TRUST!!' - said by a creator, not by the brand.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The only before/after face grid in 84 posts is a repost: 'Facing acne Problems'.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The brand's own posts are a spec sheet ('TINTED SUNSCREEN... ONE STEP. MANY BENEFITS') and a sale ('RABI-UL-AWWAL HOLY MONTH SALE - 10% OFF').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12.9K followers, verified, dermo-science positioning - and 0% brand-building. It has the most proof in the category (7 testimonials, an expert voice, a before/after) and none of it belongs to it. Rent the credibility, never bank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4/12 no proof device   ·   6/12 address the core objection   ·   0/12 brand-building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Nobody in this category is over forty.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4241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C7D4E0"/>
                </a:solidFill>
                <a:latin typeface="Segoe UI"/>
              </a:rPr>
              <a:t>Across 84 posts and seven brands, not one is cast, styled or written for GenX or older. Zero. And `anti_ageing` - the single largest value pool in global skincare - is claimed by nobody: 0 of 84 posts.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7D4E0"/>
                </a:solidFill>
                <a:latin typeface="Segoe UI"/>
              </a:rPr>
              <a:t>The two brands that would naturally own it have no Pakistan account at all. Olay and Cetaphil are absences, not competitors.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7D4E0"/>
                </a:solidFill>
                <a:latin typeface="Segoe UI"/>
              </a:rPr>
              <a:t>The occupied centre is brightening (13 posts, 9 of them aspirational) and cleansing (11). 74% of the category's output offers no proof of anything - no statistic, no test, no before/after, no expert. Three posts in 84 carry a number.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7D4E0"/>
                </a:solidFill>
                <a:latin typeface="Segoe UI"/>
              </a:rPr>
              <a:t>So the vacant territory is a proven claim made to an adult: efficacy, evidenced, cast for someone with a skin history rather than a skin trend. Conatural has already taken the honesty position rhetorically - 'NOT A MIRACLE. Just good ingredients doing their job' - and has published no evidence behind it. That gap is open for exactly as long as it takes someone to publish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
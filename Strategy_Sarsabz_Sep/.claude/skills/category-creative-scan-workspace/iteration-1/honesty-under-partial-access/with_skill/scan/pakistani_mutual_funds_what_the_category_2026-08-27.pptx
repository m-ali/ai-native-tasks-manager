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Pakistani mutual funds: what the category is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4C7"/>
                </a:solidFill>
                <a:latin typeface="Segoe UI"/>
              </a:rPr>
              <a:t>A brand-by-brand communications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168 posts  ·  14 brands  ·  collected 2026-08-27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looked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The most recent posts from each brand's public account.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artwork was downloaded and coded from the image, not from the caption.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Codes left `unclear` where the message could not be read. None were guessed.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Brands with no account are recorded as absences, not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A limit worth stating first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brand contributed the same number of posts - a collection artefact, not a fact about the category. Share of voice cannot be measured here, and no share-of-voice number appears in this deck.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Everything shown is organic owned content. No paid creative, no spend, no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Al Meezan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@almeezangroup   ·   DIRECT COMPETITOR   ·   81.8K followers   ·   12 ads coded</a:t>
            </a:r>
          </a:p>
        </p:txBody>
      </p:sp>
      <p:pic>
        <p:nvPicPr>
          <p:cNvPr id="5" name="Picture 4" descr="almeezan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category's biggest account, publishing like a house organ.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'HOME BUILDER PLAN - SOME DOORS OPEN LONG BEFORE YOU REACH THEM.' The one genuine life-goal idea in twelve posts.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Two near-identical 'How to generate RAAST INVESTMENT ID?' posts, desktop and mobile.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CEO-fronted 'MARKET OUTLOOK 2026' video, an Iqra University career fair, a Money Matters silver-sponsor plaque and an unreadable Al Meezan Cares placeholder.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81.8K followers, the largest in the direct set, and three of twelve posts are brand-building. The rest is admin: how-to, plaque, career fair,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10/12 no proof device   ·   3/12 address the core objection   ·   3/12 brand-building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NBP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@nbpfunds   ·   DIRECT COMPETITOR   ·   26.1K followers   ·   12 ads coded</a:t>
            </a:r>
          </a:p>
        </p:txBody>
      </p:sp>
      <p:pic>
        <p:nvPicPr>
          <p:cNvPr id="5" name="Picture 4" descr="nbp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only large AMC arguing that mutual funds are simple - and the only one using fear.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'MYTH: Mutual funds are complicated. FACT: With the right guidance and clear fund information, investing in mutual funds is simple and easy.'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'WHAT IS A RETURN?' run twice as a quiz with an answer reveal - comment-bait education.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'INFLATION THE SILENT THIEF - It doesn't make a sound, but it steals from your future.'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50% brand-building, the highest of any large AMC, and the single fear-register ad in the direct ring. It is the closest thing the category has to an argument for the product itself rather than a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11/12 no proof device   ·   8/12 address the core objection   ·   6/12 brand-building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UBL Fund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@ublfunds   ·   DIRECT COMPETITOR   ·   21.6K followers   ·   12 ads coded</a:t>
            </a:r>
          </a:p>
        </p:txBody>
      </p:sp>
      <p:pic>
        <p:nvPicPr>
          <p:cNvPr id="5" name="Picture 4" descr="ubl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Zero brand-building. Three of twelve posts are job adverts.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Three 'We're Hiring!' posts carrying full job descriptions as artwork - Relationship Manager, Portfolio Manager, Assistant Portfolio Manager.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'Fauri Paisa - YOUR MONEY, WHEN YOU NEED IT. INSTANT REDEMPTION UPTO PKR 1,000,000.'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An MOU signing photo, an office cake, an expo stand.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Fauri Paisa is the only ad in 168 that answers the liquidity objection - the reason most Pakistani savers stay in a bank account. It is buried between recruitment posts. Nothing in the window is brand-building.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12/12 no proof device   ·   1/12 address the core objection   ·   0/12 brand-building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MCB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@isave.mcbfunds   ·   DIRECT COMPETITOR   ·   17K followers   ·   12 ads coded</a:t>
            </a:r>
          </a:p>
        </p:txBody>
      </p:sp>
      <p:pic>
        <p:nvPicPr>
          <p:cNvPr id="5" name="Picture 4" descr="isave.mcb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No longer an asset manager on Instagram. It is an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Six of twelve posts drive to iSave, iConnect, MCB Live or WhatsApp - the highest ecosystem push in the scan.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'Your Investments Just a WhatsApp Away - No Searching, No Waiting. Just WhatsApp iConnect.'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'FUTURE TAB TAK NAHI BADLEGA JAB TAK AAP START NAHI KARTE. Perfect time ka wait mat karo.'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50% of output exists to move people into an owned platform. The one strong brand idea in the set - the present/future staircase - is outnumbered five to one by app plumbing.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9/12 no proof device   ·   4/12 address the core objection   ·   2/12 brand-building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HBL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@hbl_amc   ·   DIRECT COMPETITOR   ·   15.1K followers   ·   12 ads coded</a:t>
            </a:r>
          </a:p>
        </p:txBody>
      </p:sp>
      <p:pic>
        <p:nvPicPr>
          <p:cNvPr id="5" name="Picture 4" descr="hbl_am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Owns the low-ticket entry claim and does not repeat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Urdu: open HBL Buniyadi Bachat with just a CNIC - minimum investment Rs 30, transactions from Rs 10.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'Financial Discipline Gives Financial Freedom - Spender: spends first, saves what's left. Smart Spender: saves first, spends what's left.'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Four of twelve posts are corporate: office signage, cake-cutting, balloons, a seminar room.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Rs 30 is the lowest entry ticket in the entire scan - Atlas asks Rs 5,000, KTrade Rs 5,000. It appears once, in Urdu, and is never built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11/12 no proof device   ·   4/12 address the core objection   ·   3/12 brand-building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Atlas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@atlasfunds   ·   DIRECT COMPETITOR   ·   3,443 followers   ·   12 ads coded</a:t>
            </a:r>
          </a:p>
        </p:txBody>
      </p:sp>
      <p:pic>
        <p:nvPicPr>
          <p:cNvPr id="5" name="Picture 4" descr="atlas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Eight of twelve posts are product mechanics. 8% brand-building.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'Check Your Account Balance Anytime, Anywhere with Atlas Funds WhatsApp Self-Service' - four numbered steps.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'ATLAS INVEST MOBILE APP - Credentials / Biometric / Face ID login.' Plus a separate 'SCAN &amp; INVEST' QR post and a third app post.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'PLAN TODAY FOR A BETTER TOMORROW... Tax Credit upto 20% of Taxable Income, 50% Tax Free withdrawal at retirement.'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The Atlas Pensions ad is the only boomer-plus casting in 168 posts. The rest of the feed is login methods and QR codes.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10/12 no proof device   ·   3/12 address the core objection   ·   1/12 brand-building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AL Habib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@alhabibfunds   ·   DIRECT COMPETITOR   ·   1,794 followers   ·   12 ads coded</a:t>
            </a:r>
          </a:p>
        </p:txBody>
      </p:sp>
      <p:pic>
        <p:nvPicPr>
          <p:cNvPr id="5" name="Picture 4" descr="alhabib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best-written brand line in the scan, wrapped in AI renders and return 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'You don't wait for the tank to be empty' - a hand on a fuel gauge. No product, no number.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'Similarly, financial goals are achieved through small, consistent investment steps over time.'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Five posts are single-fund return cards: Money Market 10.66% vs benchmark 11.28%, Stock Fund 341.18% vs 301.30%, Cash Fund 10.26% vs 11.28%.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1,794 followers and the most distinctive writing in the direct ring. Seven of twelve posts are AI-generated imagery with visible render tells, and three of the return cards show the fund trailing its own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7/12 no proof device   ·   3/12 address the core objection   ·   4/12 brand-building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Faysal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@faysal_funds   ·   DIRECT COMPETITOR   ·   4,990 followers   ·   12 ads coded</a:t>
            </a:r>
          </a:p>
        </p:txBody>
      </p:sp>
      <p:pic>
        <p:nvPicPr>
          <p:cNvPr id="5" name="Picture 4" descr="faysal_fu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Fixed-tenure Islamic yield, posted like a rate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'Faysal Islamic Mehdood Muddat Plan - XXX. Competitive Expected Returns 11.20%-11.40%. Tenure: 38 Days.' Then XXXI, 29 days, 11.20%-11.45%.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 Global First, By Faysal Funds - Rated SCFR (FM) 1+ by Islamic International Rating Agency.'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'Faysal Islamic Balochistan Pension Fund - Launching Soon.'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The Mehdood Muddat plans are numbered in Roman numerals past thirty and sold on an expected rate with a tenure - a term-deposit sold by an asset manager. The Balochistan pension fund is the only provincial mandate in the scan.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7/12 no proof device   ·   2/12 address the core objection   ·   2/12 brand-building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Lakson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@laksoninvestments   ·   DIRECT COMPETITOR   ·   428 followers   ·   12 ads coded</a:t>
            </a:r>
          </a:p>
        </p:txBody>
      </p:sp>
      <p:pic>
        <p:nvPicPr>
          <p:cNvPr id="5" name="Picture 4" descr="laksoninvest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428 followers, and the only campaign in the category built on what savers actually object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'CONFUSED ABOUT YOUR SAVINGS? Bank deposits? T-bills? Committee? Sukuks? National Savings? DON'T WORRY! WE GOT YOU COVERED!'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'BANK GIVING YOU A HARD TIME? Hidden charges? Better rates? Taxes? Shariah compliant? Current account?'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'AFRAID OF THE STOCK MARKET? Will I lose all my money? Is this a scam? All time high?'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Four cartoon posts that name the substitutes - committee, National Savings, bank deposits - out loud, and answer each with a fund and a benchmarked number. Nobody with a hundred times the following is doing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5/12 no proof device   ·   4/12 address the core objection   ·   4/12 brand-building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AKD Investment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@akdinvestment.pk   ·   DIRECT COMPETITOR   ·   547 followers   ·   12 ads coded</a:t>
            </a:r>
          </a:p>
        </p:txBody>
      </p:sp>
      <p:pic>
        <p:nvPicPr>
          <p:cNvPr id="5" name="Picture 4" descr="akdinvestment.p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Spends two of twelve posts warning the public about people impersonating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'HIGH ALERT! ... fake platforms and social media groups impersonating AKD Investment Management' - fake accounts and phone numbers listed by name.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 second, longer 'HIGH ALERT' notice on fake investment accounts and CDC Trustee fund names.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Fund cards: AKD Aggressive Income 18.06%, then 18.32% a month later; AKD Cash Fund 10.61% vs benchmark 10.78%.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Fraud is the category's real trust problem and AKD is one of only two accounts in 168 posts that says so. It reads as damage control rather than a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8/12 no proof device   ·   3/12 address the core objection   ·   3/12 brand-building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Mahaana Wealth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@mahaanawealth   ·   ADJACENT   ·   932 followers   ·   12 ads coded</a:t>
            </a:r>
          </a:p>
        </p:txBody>
      </p:sp>
      <p:pic>
        <p:nvPicPr>
          <p:cNvPr id="5" name="Picture 4" descr="mahaanaweal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932 followers. 67% brand-building - by far the highest in the 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'You felt richer. Your fund paid you a dividend. Then the price dropped.'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'15 Years Return - RS 55.6 Lakh vs RS 67.7 Lakh' comparing a high-dividend ETF against a low-dividend one.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'ACTIVE FUNDS vs PASSIVE FUND (ETF)' - Lower Cost, Tracks the Index, Better for Long-Term Investors.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The only brand attacking the category's own economics, in the category's own language, with charts sourced to PSX and SBP. It has fewer followers than a mid-sized restaurant.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6/12 no proof device   ·   7/12 address the core objection   ·   8/12 brand-building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KTrade Securities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@ktrade.securities   ·   ADJACENT   ·   69.9K followers   ·   12 ads coded</a:t>
            </a:r>
          </a:p>
        </p:txBody>
      </p:sp>
      <p:pic>
        <p:nvPicPr>
          <p:cNvPr id="5" name="Picture 4" descr="ktrade.secur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69.9K followers and a feed that is one 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Seven of twelve posts are the same Soya Supreme IPO key art fronted by the MD, Omar Salah Ahmed.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'APAG - BUILT IN PAKISTAN. GROWING WITH PAKISTAN. IPO REGISTRATION OPEN 20th to 28th August 2026.'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'Rs. 5,000 Se Investment?!'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The adjacent ring reaches more people than most AMCs and spends it on a single transaction. The MD's face appears on six of twelve posts - the heaviest executive presence in the scan.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6/12 no proof device   ·   2/12 address the core objection   ·   4/12 brand-building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Sarmaaya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@sarmaayapk   ·   ADJACENT   ·   38.5K followers   ·   12 ads coded</a:t>
            </a:r>
          </a:p>
        </p:txBody>
      </p:sp>
      <p:pic>
        <p:nvPicPr>
          <p:cNvPr id="5" name="Picture 4" descr="sarmaayap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38.5K followers, zero brand-building, and the most useful feed in the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Eleven of twelve posts are PSX results cards: 'FINANCIAL RESULT - SAZEW Sazgar Engineering. Annual EPS 2026 PKR 390.51 vs 270.26. Cash Dividend PKR 20.'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Losses are posted as readily as profits: 'ZIL Limited. Quarter LPS 2026 (PKR 7.69).'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'1400+ REVIEWS ON Trustpilot ALL ECHOING OUR 4.9-STAR RATING SUCCESS STORY!'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A utility, not a brand - and it has more reach than eleven of the twelve AMCs. It proves the category's audience wants numbers, not reassurance.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0/12 no proof device   ·   0/12 address the core objection   ·   0/12 brand-building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Meezan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@meezanbanklimited   ·   SUBSTITUTE   ·   163K followers   ·   12 ads coded</a:t>
            </a:r>
          </a:p>
        </p:txBody>
      </p:sp>
      <p:pic>
        <p:nvPicPr>
          <p:cNvPr id="5" name="Picture 4" descr="meezanbanklimi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substitute. Zero brand-building, and it does not need 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'Grow your savings through Meezan's COII (1.5 Years) with monthly profit payments and an EXPECTED RETURN OF 10% PER ANNUM. A Shariah-compliant investment for your future.'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'Best Bank of Pakistan FOR THE 6TH TIME 2018, 2020, 2023, 2024, 2025 &amp; 2026' - run three times in twelve posts.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 LIFETIME OF EXPERIENCE DESERVES CARE WITH MEEZAN SENIOR CITIZEN ACCOUNT.'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163K followers, the only verified account in the set, and a deposit product advertising 10% expected annual return with monthly payouts - competing head-on with every Islamic money market fund in this scan, from a position of trust none of them can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8/12 no proof device   ·   2/12 address the core objection   ·   0/12 brand-building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vacant territory is the switch.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Nobody in the direct ring argues against where the money currently sits.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Only Lakson Investments (428 followers) names bank deposits, committees and National Savings as the thing to leave. Meezan Bank, the substitute, advertises a 10%-per-annum Shariah-compliant deposit to 163K followers with a six-time Best Bank badge.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65% of the category's posts prove nothing at all. Where a number does appear it is a fund's own trailing return - and three AL Habib cards and one AKD card show the fund behind its benchmark.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74% of posts contain no people. 23 posts in 168 show a customer.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The category advertises returns to people who already believe in mutual funds. It does not advertise to the far larger group whose money is in a 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
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The Brand Meaning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9FB4C7"/>
                </a:solidFill>
                <a:latin typeface="Segoe UI"/>
              </a:rPr>
              <a:t>A simple way to understand how farmers see a brand - from what it is and does, to what it means to them.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9FB4C7"/>
                </a:solidFill>
                <a:latin typeface="Segoe U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9FB4C7"/>
                </a:solidFill>
                <a:latin typeface="Segoe UI"/>
              </a:rPr>
              <a:t>From functional benefits → to emotions → to values and purpose.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Levels of branding: where the category is, and where Sarsabz is talking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Each brand sits on the level most of its coded posts occupy (mean in brackets). Computed from 200 coded uploads - 90 Sarsabz, 110 Engro - not asserted.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BRANDS AT THIS LEVEL (MEAN LEVEL)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4173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Sarsabz talks at the level of values while Engro occupies benefits - and farmers judge at benefits and below. The ladder does not let a brand skip.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Ladder. Placement = modal level across each brand's coded uploads, mean in brackets (ladder_levels.csv, levels.csv). Window 15 Sep 2024 - 15 Sep 2026, owned YouTube only. Sarsabz is flagged split: modal L5, mean 3.2.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28216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Mission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change things you would like to"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55648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Nobody in this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77440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41448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Human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think like you do"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468880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Sarsabz (3.2, split) - Sarsabz: 30 of 90 uploads - Dil Se Dekho, Tabeer, national days.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68880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WHERE SARSABZ IS TALKING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90672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154679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 territory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am like you; you are like me"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82112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Salam Kissan sits here - 12 uploads, and the only rung Sarsabz genuinely owns.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182112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THE ASSET SARSABZ OWNS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03904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67912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Product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"Here is what I can do for you"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895344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Engro (2.4) - Engro: 50 of 110 uploads - expert crop advice, soil testing, cost per acre. Sarsabz: 18.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895344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WHERE THE CATEGORY SITS - AND WHERE SARSABZ MUST EARN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17136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581144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Product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"Reason to buy me"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08576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Engro 35 uploads: bio-active zinc, blends, the DAP Bharosa seal. Sarsabz: 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608576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WHERE SARSABZ MUST PROVE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294376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Product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am here"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321808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Sarsabz 25 uploads: Multan Sultans, Ramzan, corporate. Engro: 18.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The Brand Meaning Ladder for fertilizer: the factors at each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Current = seen in the 200 coded uploads.  Potential = relevant to fertilizer, not yet claimed.  Unsupported = little link to the category.  † = added for this category from farmer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4173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POTENTIAL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141732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UNSUPPORTED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Current factors cluster at levels 1-3 and at 5. The gap is level 2-3 proof - and higher is not better: a factor is only worth owning if it is relevant, credible, distinctive and defensible.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 - factor lists per level. Current factors: 200 coded uploads (codes_window.csv, Sarsabz + Engro). † additions: 1,433 farmer comments (comments/analysis.md) and the category 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1664208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28216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Purpose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change do you want to create?"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728216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No brand states a purpose in 200 uploads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728216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National food security  ·  A farming livelihood that pays  ·  Restoring the soil for the next generation  ·  Closing the yield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1728216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Climate leadership without a farm-level mechanism  ·  Global development language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2377440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441448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Human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believe?"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441448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National identity (Sarsabz 22)  ·  Women in farming (Sarsabz 8)  ·  Food security framing (Engro corporate)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441448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Straight dealing with the farmer †  ·  Knowledge shared, not sold †  ·  Progress you can 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4144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Sustainability language with no farm proof  ·  Urban lifestyle 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3090672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154679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 associations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choosing you say about me?"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154679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The farmer as someone worth saluting (Salam Kissan 12)  ·  The winning farmer (Ki Jeet)  ·  Cricket fandom (Multan Sultans 22)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154679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The progressive farmer others copy †  ·  The farmer who tests rather than guesses †  ·  Respected by the company he buys from 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154679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Luxury or status display  ·  Urban aspiration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0" y="3803904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867912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Product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it do for me?"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867912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More yield (Sarsabz 15)  ·  Expert crop advice (Engro 44)  ·  Less cost, more profit (Engro 6)  ·  Soil tested, not guessed (Engro Mitti Mahir)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867912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Switching without waste: what replaces DAP, mixed with what †  ·  A cheaper bag that yields more †  ·  An answer when you ask 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867912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Convenience claims with no delivery  ·  Time saving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0" y="4517136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581144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Product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have?"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4581144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Bio-active zinc coating (Engro)  ·  Blends and micronutrients (Engro Zarkhez)  ·  Anti-counterfeit seal (Engro DAP)  ·  Prize draws (both)  ·  Nitrate + calcium (Sarsabz CAN)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581144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The 500+ demo plots, published †  ·  The NP-to-DAP price gap, stated †  ·  Sarsabz's own authenticity sticker, revived †  ·  Compatibility: what NP and CAN can be mixed with 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581144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Packaging design  ·  Plant capacity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0" y="5230368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294376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Product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"Who are you?"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5294376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Brand name and bag  ·  Heritage and national days  ·  Sponsorship (Multan Sultans)  ·  Festive films (Ramzan)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294376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 as the name on NP and CAN †  ·  Recall: farmers say 'Nitrophos', not 'Sarsabz' 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94376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Corporate plant imagery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How the Brand Meaning Ladder works in fertilizer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What brands publish (200 coded uploads) against what farmers judge on (1,433 comments on independent agronomy channels). Levels are depth of meaning, not stages: higher is not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1732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WHAT BRANDS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WHAT CUSTOMERS JUDGE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4173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OPEN - NOBODY CLAIMS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Farmers judge at levels 2 and 3. Engro is there with 50 benefit uploads and 31 named experts. Sarsabz is at level 5 with 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Ladder. Counts = uploads whose main claim is that factor, of 200 coded (codes_window.csv); a claim can sit at more than one level, so counts show where factors appear, not per-level totals. Farmer evidence: 1,433 comments, self-selected corpus, not research.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6840" y="1664208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28216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Purpose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change do you want to create?"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728216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No brand states a purpose. Food security appears in corporate webinars, not in farmer-facing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28216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Not raised. Farmers talk about this season's crop, not the nation's food supply.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728216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National food security made personal: the yield gap on this farm, closed.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377440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441448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believe?"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441448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Sarsabz: national identity (22 uploads) and women in farming (8). Engro: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41448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Fairness and straight dealing, named by its absence: creators are suspected of taking company money; farmers ask for written proof.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441448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Knowledge shared rather than sold; straight dealing with the farmer.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090672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154679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choosing you say about me?"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3154679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 owns the salute to the farmer (Salam Kissan, 12 uploads, Kissan Day now official). Engro: the shaandar kissan, named, 6 uploads.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54679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Farmers post their own plans and yields for peer judgement - 63-68 maunds stated with inputs. Identity is earned by results, not by being saluted.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154679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The farmer others copy because his field proves 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3803904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867912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it do for me?"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3867912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Engro: expert crop advice (44), cost saving (6), soil testing. Sarsabz: yield (15), advisory (3).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67912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This is where farmers live: 220 comments on what can be mixed with what, 163 on timing and dose, 149 on flood vs broadcast.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867912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Switching without waste: what replaces DAP, in what quantity, mixed with what, on which irrigation.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4517136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581144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have?"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4581144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Engro: bio-active zinc, blends, the DAP Bharosa seal, 35 uploads. Sarsabz: 5, mostly prize draws.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81144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Counterfeit DAP, the price per bag, whether NP works in sandy soil. The 10% badge is never discussed.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581144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The demo-plot data published; the NP-to-DAP price gap stated; Sarsabz's own sticker used to verify, not to enter a draw.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06840" y="5230368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294376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"Who are you?"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294376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Sarsabz: 25 uploads - cricket, Ramzan, corporate. Largest owned audience in the category: 1.2M TikTok, 396K YouTube.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294376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Farmers name the product, not the brand: CAN 193 mentions, NP 147, Sarsabz 15. Engro Zabardast is named 89 times.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5294376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Putting the Sarsabz name on the products farmers already discuss.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Sarsabz's Brand Meaning Ladder: the category's factors, and where to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Sarsabz says = its 90 coded uploads by level (modal L5, mean 3.2, flagged split). Farmers say = 1,433 comments. Higher is not better - the target is the deepest level Sarsabz can 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417320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FACTORS IN THE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41732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SARSABZ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1417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PLACEMENT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Place Sarsabz at Level 3, on proof rather than advice: the 10% shown on a farmer's own field, beside a cheaper bag. Engro owns advice; nobody owns proof. Levels 4 and 5 are earned from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Ladder. Sarsabz levels: levels.csv, classified from codes_window.csv (90 uploads). Farmer evidence: comments/analysis.md - 1,433 comments, self-selected, not a satisfaction measure. Competitor placement: Engro only; FFC Sona, Bubber Sher and Agritech have no official channel.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728216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Purpose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change do you want to create?"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728216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None - no brand states a purpose in 200 uploads.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National food security, made personal.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728216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0 posts.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NOT RAISED BY FARMERS.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75564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NOT NOW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no permission yet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441448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believe?"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441448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National identity (22), women in farming (8).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Straight dealing; knowledge shared, not sold.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441448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30 posts - Dil Se Dekho, Tabeer, national days - the largest block at any level.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Not established - farmers name Sarsabz 15 times in 1,433 comments.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468880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LATER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over-claimed today; earn it from level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154679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choosing you say about me?"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154679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Salam Kissan (12); Ki Jeet's winning farmer; cricket (22).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The farmer others copy because his field proves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154679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12 posts - Salam Kissan, 15.7M views; Kissan Day is now official.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Real but generic - farmers respect results, not salutes.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182112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HOLD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Salam Kissan is genuinely owned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803904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867912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it do for me?"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867912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Yield (Sarsabz 15); expert advice and cost saving (Engro 50).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Switching without waste: what replaces DAP, mixed with what, on which irrigation.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867912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18 posts - 10 of 11 yield films offer no proof beyond the badge.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Strong demand - 220 mixing comments, 163 on timing, 16 on NP vs DAP.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895344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PLACE SARSABZ HERE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proof on the farmer's own field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581144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have?"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581144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Bio-active zinc, blends, anti-counterfeit seal (Engro 35); prize draws.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The 500+ demo plots published; the NP-to-DAP price gap; the sticker used to verify.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581144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5 posts - mostly the Nitrophos prize scheme.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Mixed - counterfeit fear attaches to DAP; NP doubted in sandy soil.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608576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PROVE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publish the plots and the price gap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94376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"Who are you?"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294376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Name, bag, heritage, cricket, Ramzan.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Put the Sarsabz name on the products farmers already discuss.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294376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25 posts - cricket, Ramzan, corporate; 1.2M TikTok followers, the category's largest.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Weak for the brand, strong for the product - CAN 193, NP 147, Sarsabz 15.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32180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HOLD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reach is not the problem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
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The Sarsabz farmer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760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FB4C7"/>
                </a:solidFill>
                <a:latin typeface="Segoe UI"/>
              </a:rPr>
              <a:t>Male, 25-55  ·  Punjab and Sindh  ·  12-150+ acres  ·  50%+ of income from farming  (brief p23)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201168"/>
            <a:ext cx="1828800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0" y="26517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COMPOSITE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3657600" cy="2194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54864" cy="2194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27101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WHO HE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618488"/>
            <a:ext cx="3291840" cy="1591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Head of a farming household. Brief p23: male, 25-55, Punjab and Sindh, 12-150+ acres, half or more of income from farming.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Brief p6 describes a wider buyer: 18-60, SEC A to upper D, minimum secondary education. The two definitions differ - settle it with the client.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Farming is a family identity: commenters introduce themselves through a father or grandfather who farmed.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474720"/>
            <a:ext cx="3657600" cy="23317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474720"/>
            <a:ext cx="54864" cy="2331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6027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INTERESTS AND AFFINITY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950208"/>
            <a:ext cx="3291840" cy="1728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Avid Political News Readers  -  i264  (121 users)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Cricket Enthusiasts  -  i185  (91 users)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Auto Enthusiasts  -  i183  (79 users)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Avid Business News Readers  -  i161  (70 users)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Banking &amp; Finance / Avid Investors  -  i159  (113 users)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Avid News Readers (all)  -  i126  (141 users)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GA4: brandsynario.com visitors in Punjab, male 25-44, 390 of 1,472 users. A website audience, not a farmer sample - directional only.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143000"/>
            <a:ext cx="4206240" cy="17373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143000"/>
            <a:ext cx="54864" cy="17373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1271016"/>
            <a:ext cx="38404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BEHAVIOURAL MINDSET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1618488"/>
            <a:ext cx="3840479" cy="11338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Judges at product level, on what he has seen work on land like his.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Asks strangers in comment threads what the maker should tell him.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Fears waste more than failure: what will lock up if he mixes.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3017520"/>
            <a:ext cx="4206240" cy="27889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3017520"/>
            <a:ext cx="54864" cy="27889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3145536"/>
            <a:ext cx="38404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PAIN POINTS (6)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3493008"/>
            <a:ext cx="3840479" cy="2185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Will it lock up if I mix it: Whether NP with zinc urea, sulphur or potash reacts and wastes the bag.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Give me the dose for my soil, not the country: Wants a per-acre, per-irrigation plan for his soil and district.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Every expert says something different: Creators contradict each other and Fatima's own field practice.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Nobody answers me: He asks under videos and asks for a WhatsApp number.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The bag is expensive, and sometimes not there: Price and supply surface even under a tribute film.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Show me proof, in words I use: Asks for written evidence; says the advice he gets is too English.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1143000"/>
            <a:ext cx="3154680" cy="2194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41080" y="1143000"/>
            <a:ext cx="54864" cy="2194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42248" y="1271016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BUYING TRIGGERS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2248" y="1618488"/>
            <a:ext cx="2788920" cy="1591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irrigation calendar: Buys against sowing and first irrigation: Rabi Oct-Mar, Kharif Apr-Sep.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 result on a field like his: Yield in maunds, from a named farmer in a district he knows.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 recipe he can copy: What replaced DAP, mixed with what, on which irrigation, on what soil.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Being addressed, not thanked: Response is strongest where farmers and families are the voice.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3474720"/>
            <a:ext cx="3154680" cy="23317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41080" y="3474720"/>
            <a:ext cx="54864" cy="2331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42248" y="3602736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WHERE TO REACH HIM (EVIDENCED, NO SURVEY)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42248" y="3950208"/>
            <a:ext cx="2788920" cy="1728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TV, radio, OOH: template frame; no rural survey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YouTube: evidenced: agronomy creators, anthems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TikTok: brief p23: TikTok-engaged; unverified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Facebook, Instagram: template frame only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Dealer counter: last stop before the bag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Sarsabz App: 800,000+ downloads (brief p7)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943600"/>
            <a:ext cx="11384280" cy="5029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04418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He is not waiting to be persuaded that the product works. He is waiting to be shown how to use it without losing a season - and to be heard, not thanked.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46520"/>
            <a:ext cx="11384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Fatima brief 2026, pp.6, 7, 23  ·  1,433 farmer comments (case2_audit/comments/analysis.md, theme_counts.csv)  ·  1,572 Salam Kissan comments (case1_salam_kissan/comments/comment_findings.md)  ·  76-upload archive (case1_salam_kissan/archive/archive_findings.md)  ·  GA4 interests export, brandsynario.com Punjab visitors (data/reference/Punjab.csv)  ·  No media survey supplied, so no percentages are shown; ask Fatima for TGI or Gallup  ·  The name and composite framing are a device; no individual farmer is described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
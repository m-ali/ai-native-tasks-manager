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FB4C7"/>
                </a:solidFill>
                <a:latin typeface="Segoe UI"/>
              </a:rPr>
              <a:t>Consumer insight  +  Category insight  +  Brand insight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FB4C7"/>
                </a:solidFill>
                <a:latin typeface="Segoe UI"/>
              </a:rPr>
              <a:t>Three single lines, combined into one organising thought.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1  ·  CONSUMER INSIGHT  ·  FROM THE FARMER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farmers feel, that the category ignores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“Farmers don't doubt that Nitrophos and CAN work, but they won't bet a season on a switch nobody has shown them how to make without waste.”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63093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Mixing is the largest subject in the file: 220 of 1,433 comments, 83 about NP or CAN, 33 putting Nitrophos beside Engro Zabardast.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"Zabrdast urea ma zink ha aur np ma phosphorus ha to akthy dalen gy to zink phosphorus to fix ho jay ge" (together they lock up).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Translated from Urdu: "How many bags of Sarsabz Nitrophos give the same result as one DAP, or can it not replace DAP?"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"Fatima fertilizer walon ne NP+CAN+ZINC SULFATE mila ke chatta kiya hai... aap bol rahai in ko aapus main na milaain" (Fatima mixed them; you say don't).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3108960"/>
            <a:ext cx="438912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32461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WHAT THE LANGUAGE TELLS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566160"/>
            <a:ext cx="397763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The fear is waste, not failure. Nobody questions whether NP and CAN raise yield; they ask whether mixing will lock it up.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No comment mentions the 10% promise. One asks whether CAN raises yield at all.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Farmers are getting contradictory advice - including Fatima's own field practice against the creators they watch.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480"/>
                </a:solidFill>
                <a:latin typeface="Segoe UI"/>
              </a:rPr>
              <a:t>Source: 1,433 YouTube comments on independent agronomy channels (comments/analysis.md). Self-selected corpus, channels not supplied - not a measure of what most farmers think. Translations labelled.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2  ·  CATEGORY INSIGHT  ·  FROM COMPETITORS' OWNED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everyone else does, and what it leaves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“Engro has made itself the farmer's adviser and Sarsabz makes the loudest yield promise, but no brand shows the result on a real field beside the old way.”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63093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Engro answers a farmer objection in 58% of its 110 uploads; Sarsabz in 6% of its 90.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Engro: 44 advisory uploads, 31 with a named agronomist, soil testing, a cost-per-acre podcast, retail centres and an app.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Sarsabz makes the yield claim 15 times, Engro 0 - and 10 of Sarsabz's 11 '10%' films offer nothing but the badge.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FFC Sona, Bubber Sher and Agritech Tara have no official YouTube channel.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3108960"/>
            <a:ext cx="438912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32461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WHY THE CATEGORY BEHAVES THIS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566160"/>
            <a:ext cx="397763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Urea and DAP are near-commodities, so Engro competes on service around the bag.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Sarsabz sells the only differentiated products in the market - proof is its natural ground, and the one it is not using.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The space is not empty because it failed: Ki Jeet, the closest thing to field proof, carries Sarsabz's biggest product films (8.2M, 7.5M views).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480"/>
                </a:solidFill>
                <a:latin typeface="Segoe UI"/>
              </a:rPr>
              <a:t>Source: 200 owned YouTube uploads coded on the same schema, 15 Sep 2024 - 15 Sep 2026 (scan/scan_findings.md); presence sweep 15 Sep 2026. Views are bought media weight, not share of voice.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3  ·  BRAND INSIGHT  ·  FROM THE BRIEF AND 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Sarsabz has, and what it 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“Sarsabz holds proof no rival can produce - the only NP and CAN in Pakistan, 500+ demo plots, Ki Jeet winners in 34 districts - but keeps it off screen, so farmers know the product and forget the name.”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960120"/>
            <a:ext cx="1645920" cy="23774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9875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PROVISIONAL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63093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The asset: Fatima Group holds 93% of NP and is the sole CAN producer; Engro holds 6% of NP (CCP Table 11, NFDC 2022-23).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The proof exists: the promise is "documented by... 500+ demo plots" (brief p5); Ki Jeet wins in 34 of 40 districts. No plot appears in 90 uploads.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The name is missing: farmers mention CAN 193 times and NP 147 times, Sarsabz 15 times.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108960"/>
            <a:ext cx="438912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32461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WHERE THE BRIEF AND THE EVIDENCE DISAGREE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566160"/>
            <a:ext cx="397763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Brief: the brand "evolved from being a product-focused brand to a farmer-centric brand" (p13). Evidence: farmers judge at product level, and Engro is winning there.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Brief: 22% top-of-mind "exceeded competition's TOM awareness by 6%" (p29). Chart: true against Competitor 2 only - Competitor 1 is at 62%.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The brief's own pillar is "Experts" (p5). On screen, Sarsabz shows 0 named agronomists; Engro shows 31.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480"/>
                </a:solidFill>
                <a:latin typeface="Segoe UI"/>
              </a:rPr>
              <a:t>Source: Fatima Creative Marketing Brief 2026 (pp.5, 13, 29); CCP Competition Assessment, DRAFT, Jul 2025. PROVISIONAL: demo-plot data, current product share and the brand-health study method were not supplied.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4  ·  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insights, one organising 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CONSUMER INSIGHT  ·  Relevant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Farmers won't bet a season on a switch nobody has shown them how to make without waste.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23444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CATEGORY INSIGHT  ·  Distinctive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17373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Engro advises and Sarsabz asserts, but nobody shows the result beside the old 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23444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BRAND INSIGHT  ·  Ownable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17373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Sarsabz holds proof no rival can produce, but keeps it off screen - farmers know the product, not the name.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1064240" cy="14173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THE BIG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Sarsabz proves itself on a field like yours.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The 10% stops being a badge and becomes a result a farmer can see on a field like his - with the recipe that produced it: what replaced DAP, what it was mixed with, on which irrigation, on what soil.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B7480"/>
                </a:solidFill>
                <a:latin typeface="Segoe UI"/>
              </a:rPr>
              <a:t>Test:  </a:t>
            </a:r>
            <a:r>
              <a:rPr sz="1050" b="0" i="0">
                <a:solidFill>
                  <a:srgbClr val="6B7480"/>
                </a:solidFill>
                <a:latin typeface="Segoe UI"/>
              </a:rPr>
              <a:t>remove any one insight and the idea fails - without the farmer it is demo-plot PR nobody asked for, without the category it is Engro's advice, without the brand anyone could promise a demo, but only Sarsabz makes the NP and CAN on the winning side of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FROM IDEA TO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Strategy statement and comms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Re-frame Sarsabz from a yield promise farmers take on trust to the proof they can see and copy, by putting its demo plots and winning farmers side by side with DAP + urea on fields like theirs, and publishing the recipe behind every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6583680" cy="1188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COMMS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67328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102E"/>
                </a:solidFill>
                <a:latin typeface="Segoe UI"/>
              </a:rPr>
              <a:t>Position Sarsabz as  </a:t>
            </a:r>
            <a:r>
              <a:rPr sz="1900" b="1" i="0">
                <a:solidFill>
                  <a:srgbClr val="C8102E"/>
                </a:solidFill>
                <a:latin typeface="Segoe UI"/>
              </a:rPr>
              <a:t>THE PROOF, NOT THE 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WHY IT 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Relevant:  </a:t>
            </a:r>
            <a:r>
              <a:rPr sz="1100" b="0" i="0">
                <a:solidFill>
                  <a:srgbClr val="1A1A1A"/>
                </a:solidFill>
                <a:latin typeface="Segoe UI"/>
              </a:rPr>
              <a:t>answers the largest subject in the farmer conversation - how to switch without waste.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Distinctive:  </a:t>
            </a:r>
            <a:r>
              <a:rPr sz="1100" b="0" i="0">
                <a:solidFill>
                  <a:srgbClr val="1A1A1A"/>
                </a:solidFill>
                <a:latin typeface="Segoe UI"/>
              </a:rPr>
              <a:t>Engro advises, Sarsabz asserts, and nobody in 200 uploads shows a result beside the old way.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Ownable:  </a:t>
            </a:r>
            <a:r>
              <a:rPr sz="1100" b="0" i="0">
                <a:solidFill>
                  <a:srgbClr val="1A1A1A"/>
                </a:solidFill>
                <a:latin typeface="Segoe UI"/>
              </a:rPr>
              <a:t>only the maker of 93% of NP and all of CAN can put those products on the winning side of the comparison.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234440"/>
            <a:ext cx="4114800" cy="53035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37160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ALTERNATIVES CONSIDERED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691640"/>
            <a:ext cx="37033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Recommended - A. Sarsabz proves itself on a field like yours.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Built on all three insights. Needs Fatima to publish plot results - including the ones that fell short.</a:t>
            </a:r>
          </a:p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B. The farmer's trusted adviser.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Engro's territory: 44 advisory uploads, 31 named experts. Sarsabz would arrive second in a space Engro already owns.</a:t>
            </a:r>
          </a:p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C. Saluting the farmer - Sarsabz Pakistan.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Where the brand talks today (30 of 90 uploads) and right for Salam Kissan. But farmers name Sarsabz 15 times in 1,433 comments; a salute does not sell a switch.</a:t>
            </a:r>
          </a:p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Swap test: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Engro could film a demo plot. It cannot put NP and CAN on the winning side - it has 6% of NP and no CAN. Lead with that.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THE PRICE OF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it asks of Fatima, and how it lives in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WHAT FATIMA MUST COMMIT TO - BEFORE ANY LINE IS WRITTEN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1  Publish the plots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Demo-plot results by crop, district and soil - including those under 10%.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2  Correct Ki Jeet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State winners' yields and inputs; drop 'proved 10%'; verify before saying 'all winners'.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9544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3  One mixing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958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An official NP and CAN compatibility and timing guide, so field staff and creators agree.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14215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32503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4  Name the recipe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34255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Every proof film names the farmer, district, soil, inputs and maunds.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18888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37175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5  Answer in the thread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7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Agronomists staffing the Sarsabz Pakistan App and comment replies.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34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MEDIA PRINCIPLES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1">
                <a:solidFill>
                  <a:srgbClr val="102A43"/>
                </a:solidFill>
                <a:latin typeface="Segoe UI"/>
              </a:rPr>
              <a:t>“The switch is decided in agronomy creators' comment threads, where farmers ask strangers what the maker should be telling them - and suspect the answers are paid.”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23160"/>
            <a:ext cx="5212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Show the field, not the badge.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Every yield claim points to a named plot or farmer.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Short points to long.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The 15-second cut carries the result; the funded long cut carries the recipe.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Be in the creator thread, disclosed.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Farmers suspect paid advice - label every partnership.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Use the reach for proof.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1.2M on TikTok and 396K on YouTube - proof clips, not prizes.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The dealer is the last field.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AgriMart and dealers carry the side-by-side at the point of sale.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91616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If Fatima will not publish plot results, the idea becomes an assertion again. Run Ki Jeet winner stories with corrected claims instead, and state the trade-off.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